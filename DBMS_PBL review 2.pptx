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4" r:id="rId5"/>
    <p:sldId id="266" r:id="rId6"/>
    <p:sldId id="265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150" autoAdjust="0"/>
  </p:normalViewPr>
  <p:slideViewPr>
    <p:cSldViewPr snapToGrid="0" snapToObjects="1">
      <p:cViewPr>
        <p:scale>
          <a:sx n="50" d="100"/>
          <a:sy n="50" d="100"/>
        </p:scale>
        <p:origin x="946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Baswapur" userId="4a16da514341b0d9" providerId="LiveId" clId="{DD308A7C-8902-466D-871A-4471078B5A23}"/>
    <pc:docChg chg="undo custSel addSld delSld modSld sldOrd">
      <pc:chgData name="Aryan Baswapur" userId="4a16da514341b0d9" providerId="LiveId" clId="{DD308A7C-8902-466D-871A-4471078B5A23}" dt="2026-10-08T04:14:45.749" v="89" actId="47"/>
      <pc:docMkLst>
        <pc:docMk/>
      </pc:docMkLst>
      <pc:sldChg chg="modSp mod">
        <pc:chgData name="Aryan Baswapur" userId="4a16da514341b0d9" providerId="LiveId" clId="{DD308A7C-8902-466D-871A-4471078B5A23}" dt="2026-10-08T03:44:15.423" v="40" actId="20577"/>
        <pc:sldMkLst>
          <pc:docMk/>
          <pc:sldMk cId="0" sldId="256"/>
        </pc:sldMkLst>
        <pc:spChg chg="mod">
          <ac:chgData name="Aryan Baswapur" userId="4a16da514341b0d9" providerId="LiveId" clId="{DD308A7C-8902-466D-871A-4471078B5A23}" dt="2026-10-08T03:44:15.423" v="40" actId="20577"/>
          <ac:spMkLst>
            <pc:docMk/>
            <pc:sldMk cId="0" sldId="256"/>
            <ac:spMk id="4" creationId="{00000000-0000-0000-0000-000000000000}"/>
          </ac:spMkLst>
        </pc:spChg>
      </pc:sldChg>
      <pc:sldChg chg="del">
        <pc:chgData name="Aryan Baswapur" userId="4a16da514341b0d9" providerId="LiveId" clId="{DD308A7C-8902-466D-871A-4471078B5A23}" dt="2026-10-08T04:06:19.857" v="79" actId="47"/>
        <pc:sldMkLst>
          <pc:docMk/>
          <pc:sldMk cId="0" sldId="258"/>
        </pc:sldMkLst>
      </pc:sldChg>
      <pc:sldChg chg="del">
        <pc:chgData name="Aryan Baswapur" userId="4a16da514341b0d9" providerId="LiveId" clId="{DD308A7C-8902-466D-871A-4471078B5A23}" dt="2026-10-08T04:06:29.204" v="80" actId="47"/>
        <pc:sldMkLst>
          <pc:docMk/>
          <pc:sldMk cId="0" sldId="259"/>
        </pc:sldMkLst>
      </pc:sldChg>
      <pc:sldChg chg="delSp modSp del mod">
        <pc:chgData name="Aryan Baswapur" userId="4a16da514341b0d9" providerId="LiveId" clId="{DD308A7C-8902-466D-871A-4471078B5A23}" dt="2026-10-08T04:14:45.749" v="89" actId="47"/>
        <pc:sldMkLst>
          <pc:docMk/>
          <pc:sldMk cId="0" sldId="260"/>
        </pc:sldMkLst>
        <pc:spChg chg="mod">
          <ac:chgData name="Aryan Baswapur" userId="4a16da514341b0d9" providerId="LiveId" clId="{DD308A7C-8902-466D-871A-4471078B5A23}" dt="2026-10-08T03:40:14.229" v="1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14.229" v="15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14.229" v="15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14.229" v="15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14.229" v="15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14.229" v="15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32.313" v="16" actId="255"/>
          <ac:spMkLst>
            <pc:docMk/>
            <pc:sldMk cId="0" sldId="260"/>
            <ac:spMk id="21" creationId="{00000000-0000-0000-0000-000000000000}"/>
          </ac:spMkLst>
        </pc:spChg>
        <pc:spChg chg="del">
          <ac:chgData name="Aryan Baswapur" userId="4a16da514341b0d9" providerId="LiveId" clId="{DD308A7C-8902-466D-871A-4471078B5A23}" dt="2026-10-08T03:39:11.223" v="0" actId="47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39:14.825" v="1" actId="6549"/>
          <ac:spMkLst>
            <pc:docMk/>
            <pc:sldMk cId="0" sldId="260"/>
            <ac:spMk id="24" creationId="{00000000-0000-0000-0000-000000000000}"/>
          </ac:spMkLst>
        </pc:spChg>
        <pc:picChg chg="mod">
          <ac:chgData name="Aryan Baswapur" userId="4a16da514341b0d9" providerId="LiveId" clId="{DD308A7C-8902-466D-871A-4471078B5A23}" dt="2026-10-08T03:39:30.634" v="4" actId="34135"/>
          <ac:picMkLst>
            <pc:docMk/>
            <pc:sldMk cId="0" sldId="260"/>
            <ac:picMk id="2" creationId="{00000000-0000-0000-0000-000000000000}"/>
          </ac:picMkLst>
        </pc:picChg>
      </pc:sldChg>
      <pc:sldChg chg="addSp delSp modSp mod ord">
        <pc:chgData name="Aryan Baswapur" userId="4a16da514341b0d9" providerId="LiveId" clId="{DD308A7C-8902-466D-871A-4471078B5A23}" dt="2026-10-08T04:03:49.926" v="78"/>
        <pc:sldMkLst>
          <pc:docMk/>
          <pc:sldMk cId="0" sldId="261"/>
        </pc:sldMkLst>
        <pc:spChg chg="mod">
          <ac:chgData name="Aryan Baswapur" userId="4a16da514341b0d9" providerId="LiveId" clId="{DD308A7C-8902-466D-871A-4471078B5A23}" dt="2026-10-08T03:59:41.171" v="42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4:01:32.448" v="67" actId="6549"/>
          <ac:spMkLst>
            <pc:docMk/>
            <pc:sldMk cId="0" sldId="261"/>
            <ac:spMk id="5" creationId="{00000000-0000-0000-0000-000000000000}"/>
          </ac:spMkLst>
        </pc:spChg>
        <pc:spChg chg="del">
          <ac:chgData name="Aryan Baswapur" userId="4a16da514341b0d9" providerId="LiveId" clId="{DD308A7C-8902-466D-871A-4471078B5A23}" dt="2026-10-08T03:40:42.269" v="17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3:40:45.228" v="19" actId="6549"/>
          <ac:spMkLst>
            <pc:docMk/>
            <pc:sldMk cId="0" sldId="261"/>
            <ac:spMk id="7" creationId="{00000000-0000-0000-0000-000000000000}"/>
          </ac:spMkLst>
        </pc:spChg>
        <pc:picChg chg="mod">
          <ac:chgData name="Aryan Baswapur" userId="4a16da514341b0d9" providerId="LiveId" clId="{DD308A7C-8902-466D-871A-4471078B5A23}" dt="2026-10-08T03:40:50.049" v="21" actId="1076"/>
          <ac:picMkLst>
            <pc:docMk/>
            <pc:sldMk cId="0" sldId="261"/>
            <ac:picMk id="2" creationId="{00000000-0000-0000-0000-000000000000}"/>
          </ac:picMkLst>
        </pc:picChg>
        <pc:picChg chg="add del mod">
          <ac:chgData name="Aryan Baswapur" userId="4a16da514341b0d9" providerId="LiveId" clId="{DD308A7C-8902-466D-871A-4471078B5A23}" dt="2026-10-08T04:01:16.984" v="66" actId="478"/>
          <ac:picMkLst>
            <pc:docMk/>
            <pc:sldMk cId="0" sldId="261"/>
            <ac:picMk id="9" creationId="{2EA3A89E-37F4-8790-7ACA-8BA3FB7636CD}"/>
          </ac:picMkLst>
        </pc:picChg>
        <pc:picChg chg="add del mod">
          <ac:chgData name="Aryan Baswapur" userId="4a16da514341b0d9" providerId="LiveId" clId="{DD308A7C-8902-466D-871A-4471078B5A23}" dt="2026-10-08T04:01:54.528" v="73" actId="478"/>
          <ac:picMkLst>
            <pc:docMk/>
            <pc:sldMk cId="0" sldId="261"/>
            <ac:picMk id="11" creationId="{7ABEA0BF-7355-5706-3027-6B1F84885704}"/>
          </ac:picMkLst>
        </pc:picChg>
        <pc:picChg chg="add mod">
          <ac:chgData name="Aryan Baswapur" userId="4a16da514341b0d9" providerId="LiveId" clId="{DD308A7C-8902-466D-871A-4471078B5A23}" dt="2026-10-08T04:02:21.288" v="76" actId="14100"/>
          <ac:picMkLst>
            <pc:docMk/>
            <pc:sldMk cId="0" sldId="261"/>
            <ac:picMk id="13" creationId="{5BF08D39-A97D-9307-810C-784F1A0F4F66}"/>
          </ac:picMkLst>
        </pc:picChg>
      </pc:sldChg>
      <pc:sldChg chg="del">
        <pc:chgData name="Aryan Baswapur" userId="4a16da514341b0d9" providerId="LiveId" clId="{DD308A7C-8902-466D-871A-4471078B5A23}" dt="2026-10-08T03:41:05.316" v="23" actId="47"/>
        <pc:sldMkLst>
          <pc:docMk/>
          <pc:sldMk cId="0" sldId="262"/>
        </pc:sldMkLst>
      </pc:sldChg>
      <pc:sldChg chg="del">
        <pc:chgData name="Aryan Baswapur" userId="4a16da514341b0d9" providerId="LiveId" clId="{DD308A7C-8902-466D-871A-4471078B5A23}" dt="2026-10-08T03:41:00.246" v="22" actId="47"/>
        <pc:sldMkLst>
          <pc:docMk/>
          <pc:sldMk cId="0" sldId="263"/>
        </pc:sldMkLst>
      </pc:sldChg>
      <pc:sldChg chg="modSp mod ord">
        <pc:chgData name="Aryan Baswapur" userId="4a16da514341b0d9" providerId="LiveId" clId="{DD308A7C-8902-466D-871A-4471078B5A23}" dt="2026-10-08T04:06:47.206" v="88" actId="20577"/>
        <pc:sldMkLst>
          <pc:docMk/>
          <pc:sldMk cId="0" sldId="264"/>
        </pc:sldMkLst>
        <pc:spChg chg="mod">
          <ac:chgData name="Aryan Baswapur" userId="4a16da514341b0d9" providerId="LiveId" clId="{DD308A7C-8902-466D-871A-4471078B5A23}" dt="2026-10-08T04:06:43.011" v="81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Aryan Baswapur" userId="4a16da514341b0d9" providerId="LiveId" clId="{DD308A7C-8902-466D-871A-4471078B5A23}" dt="2026-10-08T04:06:47.206" v="88" actId="20577"/>
          <ac:spMkLst>
            <pc:docMk/>
            <pc:sldMk cId="0" sldId="264"/>
            <ac:spMk id="10" creationId="{00000000-0000-0000-0000-000000000000}"/>
          </ac:spMkLst>
        </pc:spChg>
      </pc:sldChg>
      <pc:sldChg chg="add">
        <pc:chgData name="Aryan Baswapur" userId="4a16da514341b0d9" providerId="LiveId" clId="{DD308A7C-8902-466D-871A-4471078B5A23}" dt="2026-10-08T03:59:37.577" v="41" actId="2890"/>
        <pc:sldMkLst>
          <pc:docMk/>
          <pc:sldMk cId="2993951251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54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 for the Gym Membership and Fitness Session Management System — covering Review 2 (design, implementation, prototype) and Review 3 (final demo, documentation, viva).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table has a single-column primary key, and every other column depends only on that key. So there are no partial dependencies (2NF) and no column depends on another non-key column (3NF). To get there, plan, trainer and attendance details were moved into their own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add a member, book a class, then try booking a full class to show it's refused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challenge was rules that span many records — a simple check can't do that, so I learned to use triggers. Next steps would be online payments, automatic renewal reminders and a member-facing mobile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782A6-696D-675B-436B-15289E51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2F7A2-EDB9-3A66-51A4-6DE424625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6478B-DADD-4B1A-62F1-C0FC0597A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add a member, book a class, then try booking a full class to show it's refused cleanly.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F06DE-8A14-CE64-78EE-67AB4FA9F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15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I'm happy to take questions for the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7872" cy="102869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338" y="152338"/>
            <a:ext cx="17983197" cy="9982317"/>
          </a:xfrm>
          <a:prstGeom prst="roundRect">
            <a:avLst>
              <a:gd name="adj" fmla="val 286"/>
            </a:avLst>
          </a:prstGeom>
          <a:ln w="16695">
            <a:solidFill>
              <a:srgbClr val="8F80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66758" y="2440409"/>
            <a:ext cx="17769793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b="1" kern="0" spc="144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DBMS PROJECT · FINAL REVIEW 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66758" y="3004112"/>
            <a:ext cx="13734977" cy="266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930"/>
              </a:lnSpc>
              <a:buNone/>
            </a:pPr>
            <a:r>
              <a:rPr lang="en-US" sz="6900" b="1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Gym Membership &amp; Fitness Session Management System</a:t>
            </a:r>
            <a:endParaRPr lang="en-US" sz="6900" dirty="0"/>
          </a:p>
        </p:txBody>
      </p:sp>
      <p:sp>
        <p:nvSpPr>
          <p:cNvPr id="6" name="Text 3"/>
          <p:cNvSpPr/>
          <p:nvPr/>
        </p:nvSpPr>
        <p:spPr>
          <a:xfrm>
            <a:off x="1066758" y="5918752"/>
            <a:ext cx="12572912" cy="491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66"/>
              </a:lnSpc>
              <a:buNone/>
            </a:pPr>
            <a:r>
              <a:rPr lang="en-US" sz="2550" dirty="0">
                <a:solidFill>
                  <a:srgbClr val="A7A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working prototype, testing and documentation.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66758" y="7057896"/>
            <a:ext cx="3378553" cy="285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958"/>
              </a:lnSpc>
              <a:buNone/>
            </a:pPr>
            <a:r>
              <a:rPr lang="en-US" sz="1500" b="1" kern="0" spc="150" dirty="0">
                <a:solidFill>
                  <a:srgbClr val="8D8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66758" y="7400787"/>
            <a:ext cx="3378553" cy="483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5362"/>
              </a:lnSpc>
              <a:buNone/>
            </a:pPr>
            <a:r>
              <a:rPr lang="en-US" sz="2700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Aryan Baswapur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4671483" y="7057896"/>
            <a:ext cx="1106178" cy="285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958"/>
              </a:lnSpc>
              <a:buNone/>
            </a:pPr>
            <a:r>
              <a:rPr lang="en-US" sz="1500" b="1" kern="0" spc="150" dirty="0">
                <a:solidFill>
                  <a:srgbClr val="8D8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71483" y="7400787"/>
            <a:ext cx="1106178" cy="4589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7311"/>
              </a:lnSpc>
              <a:buNone/>
            </a:pPr>
            <a:r>
              <a:rPr lang="en-US" sz="2550" b="1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3007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234775" y="7057896"/>
            <a:ext cx="2439835" cy="285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958"/>
              </a:lnSpc>
              <a:buNone/>
            </a:pPr>
            <a:r>
              <a:rPr lang="en-US" sz="1500" b="1" kern="0" spc="150" dirty="0">
                <a:solidFill>
                  <a:srgbClr val="8D8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34775" y="7400787"/>
            <a:ext cx="2439835" cy="4589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7311"/>
              </a:lnSpc>
              <a:buNone/>
            </a:pPr>
            <a:r>
              <a:rPr lang="en-US" sz="2550" b="1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BIC-Tigers-29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8986120" y="7057896"/>
            <a:ext cx="3382283" cy="2857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958"/>
              </a:lnSpc>
              <a:buNone/>
            </a:pPr>
            <a:r>
              <a:rPr lang="en-US" sz="1500" b="1" kern="0" spc="150" dirty="0">
                <a:solidFill>
                  <a:srgbClr val="8D8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986120" y="7400787"/>
            <a:ext cx="3382283" cy="4589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7311"/>
              </a:lnSpc>
              <a:buNone/>
            </a:pPr>
            <a:r>
              <a:rPr lang="en-US" sz="2550" b="1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· JavaScript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7872" cy="102869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338" y="152338"/>
            <a:ext cx="17983197" cy="9982317"/>
          </a:xfrm>
          <a:prstGeom prst="roundRect">
            <a:avLst>
              <a:gd name="adj" fmla="val 286"/>
            </a:avLst>
          </a:prstGeom>
          <a:ln w="16695">
            <a:solidFill>
              <a:srgbClr val="8F80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66758" y="1066758"/>
            <a:ext cx="17769793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b="1" kern="0" spc="144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· NORMALIZATION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66758" y="1535249"/>
            <a:ext cx="15716176" cy="63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40"/>
              </a:lnSpc>
              <a:buNone/>
            </a:pPr>
            <a:r>
              <a:rPr lang="en-US" sz="4500" b="1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Every fact stored once — 3NF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1066758" y="2325764"/>
            <a:ext cx="13734977" cy="866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67"/>
              </a:lnSpc>
              <a:buNone/>
            </a:pPr>
            <a:r>
              <a:rPr lang="en-US" sz="2250" dirty="0">
                <a:solidFill>
                  <a:srgbClr val="A7A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every table, all columns depend only on the primary key. Repeated details were split into their own tables.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66758" y="3611378"/>
            <a:ext cx="5207014" cy="2424236"/>
          </a:xfrm>
          <a:prstGeom prst="roundRect">
            <a:avLst>
              <a:gd name="adj" fmla="val 6287"/>
            </a:avLst>
          </a:prstGeom>
          <a:solidFill>
            <a:srgbClr val="1A1821"/>
          </a:solidFill>
          <a:ln w="8347">
            <a:solidFill>
              <a:srgbClr val="302E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996" y="3962616"/>
            <a:ext cx="495499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993"/>
              </a:lnSpc>
              <a:buNone/>
            </a:pPr>
            <a:r>
              <a:rPr lang="en-US" sz="2550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Plans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17996" y="4516798"/>
            <a:ext cx="4639674" cy="75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97"/>
              </a:lnSpc>
              <a:buNone/>
            </a:pPr>
            <a:r>
              <a:rPr lang="en-US" sz="1950" dirty="0">
                <a:solidFill>
                  <a:srgbClr val="A7A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and price stored once, not in every subscription.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417996" y="5387264"/>
            <a:ext cx="4954991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plan_id → name, price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40364" y="3611378"/>
            <a:ext cx="5207014" cy="2424236"/>
          </a:xfrm>
          <a:prstGeom prst="roundRect">
            <a:avLst>
              <a:gd name="adj" fmla="val 6287"/>
            </a:avLst>
          </a:prstGeom>
          <a:solidFill>
            <a:srgbClr val="1A1821"/>
          </a:solidFill>
          <a:ln w="8347">
            <a:solidFill>
              <a:srgbClr val="302E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91602" y="3962616"/>
            <a:ext cx="495499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993"/>
              </a:lnSpc>
              <a:buNone/>
            </a:pPr>
            <a:r>
              <a:rPr lang="en-US" sz="2550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Trainers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891602" y="4516798"/>
            <a:ext cx="4639674" cy="75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97"/>
              </a:lnSpc>
              <a:buNone/>
            </a:pPr>
            <a:r>
              <a:rPr lang="en-US" sz="1950" dirty="0">
                <a:solidFill>
                  <a:srgbClr val="A7A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details stored once; classes point to them.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891602" y="5387264"/>
            <a:ext cx="4954991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trainer_id → name, specialty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013970" y="3611378"/>
            <a:ext cx="5207014" cy="2424236"/>
          </a:xfrm>
          <a:prstGeom prst="roundRect">
            <a:avLst>
              <a:gd name="adj" fmla="val 6287"/>
            </a:avLst>
          </a:prstGeom>
          <a:solidFill>
            <a:srgbClr val="1A1821"/>
          </a:solidFill>
          <a:ln w="8347">
            <a:solidFill>
              <a:srgbClr val="302E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65208" y="3962616"/>
            <a:ext cx="495499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993"/>
              </a:lnSpc>
              <a:buNone/>
            </a:pPr>
            <a:r>
              <a:rPr lang="en-US" sz="2550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Attendance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2365208" y="4516798"/>
            <a:ext cx="4639674" cy="756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97"/>
              </a:lnSpc>
              <a:buNone/>
            </a:pPr>
            <a:r>
              <a:rPr lang="en-US" sz="1950" dirty="0">
                <a:solidFill>
                  <a:srgbClr val="A7A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Check-ins kept separate from bookings.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2365208" y="5387264"/>
            <a:ext cx="4954991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attendance_id → check_in, check_out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66758" y="8437938"/>
            <a:ext cx="16154357" cy="782298"/>
          </a:xfrm>
          <a:prstGeom prst="roundRect">
            <a:avLst>
              <a:gd name="adj" fmla="val 14611"/>
            </a:avLst>
          </a:prstGeom>
          <a:solidFill>
            <a:srgbClr val="16141E"/>
          </a:solidFill>
          <a:ln w="8347">
            <a:solidFill>
              <a:srgbClr val="302E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60855" y="8655835"/>
            <a:ext cx="16050793" cy="38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377"/>
              </a:lnSpc>
              <a:buNone/>
            </a:pPr>
            <a:r>
              <a:rPr lang="en-US" sz="1650" b="1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</a:t>
            </a:r>
            <a:r>
              <a:rPr lang="en-US" sz="1950" dirty="0">
                <a:solidFill>
                  <a:srgbClr val="A7A6B6"/>
                </a:solidFill>
                <a:highlight>
                  <a:srgbClr val="16141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· No partial dependencies (single-column keys) · No transitive dependencies (non-keys never depend on each other)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7872" cy="102869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338" y="152338"/>
            <a:ext cx="17983197" cy="9982317"/>
          </a:xfrm>
          <a:prstGeom prst="roundRect">
            <a:avLst>
              <a:gd name="adj" fmla="val 286"/>
            </a:avLst>
          </a:prstGeom>
          <a:ln w="16695">
            <a:solidFill>
              <a:srgbClr val="8F80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66758" y="1066758"/>
            <a:ext cx="17769793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66758" y="1535249"/>
            <a:ext cx="15716176" cy="63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40"/>
              </a:lnSpc>
              <a:buNone/>
            </a:pP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841137" y="2609181"/>
            <a:ext cx="16605599" cy="6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2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F08D39-A97D-9307-810C-784F1A0F4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38" y="137900"/>
            <a:ext cx="17983197" cy="10011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7872" cy="102869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338" y="152338"/>
            <a:ext cx="17983197" cy="9982317"/>
          </a:xfrm>
          <a:prstGeom prst="roundRect">
            <a:avLst>
              <a:gd name="adj" fmla="val 286"/>
            </a:avLst>
          </a:prstGeom>
          <a:ln w="16695">
            <a:solidFill>
              <a:srgbClr val="8F80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66758" y="1066758"/>
            <a:ext cx="17769793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b="1" kern="0" spc="144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66758" y="1535249"/>
            <a:ext cx="15716176" cy="63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40"/>
              </a:lnSpc>
              <a:buNone/>
            </a:pPr>
            <a:r>
              <a:rPr lang="en-US" sz="4500" b="1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Challenges, learnings &amp; next steps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1066758" y="2668655"/>
            <a:ext cx="5207014" cy="6551580"/>
          </a:xfrm>
          <a:prstGeom prst="roundRect">
            <a:avLst>
              <a:gd name="adj" fmla="val 2927"/>
            </a:avLst>
          </a:prstGeom>
          <a:solidFill>
            <a:srgbClr val="1A1821"/>
          </a:solidFill>
          <a:ln w="8347">
            <a:solidFill>
              <a:srgbClr val="302E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1437038" y="3038936"/>
            <a:ext cx="4913098" cy="31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84"/>
              </a:lnSpc>
              <a:buNone/>
            </a:pPr>
            <a:r>
              <a:rPr lang="en-US" sz="1650" b="1" kern="0" spc="165" dirty="0">
                <a:solidFill>
                  <a:srgbClr val="E07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437038" y="3539904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that span many records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37038" y="4103737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Avoiding duplicate data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437038" y="4667571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the app to MongoDB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540364" y="2668655"/>
            <a:ext cx="5207014" cy="6551580"/>
          </a:xfrm>
          <a:prstGeom prst="roundRect">
            <a:avLst>
              <a:gd name="adj" fmla="val 2927"/>
            </a:avLst>
          </a:prstGeom>
          <a:solidFill>
            <a:srgbClr val="1A1821"/>
          </a:solidFill>
          <a:ln w="8347">
            <a:solidFill>
              <a:srgbClr val="302E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10644" y="3038936"/>
            <a:ext cx="4913098" cy="31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84"/>
              </a:lnSpc>
              <a:buNone/>
            </a:pPr>
            <a:r>
              <a:rPr lang="en-US" sz="1650" b="1" kern="0" spc="165" dirty="0">
                <a:solidFill>
                  <a:srgbClr val="7AC7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910644" y="3539904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 for complex rules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910644" y="4103737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Normalization in practice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910644" y="4667571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keep queries simple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2013970" y="2668655"/>
            <a:ext cx="5207014" cy="6551580"/>
          </a:xfrm>
          <a:prstGeom prst="roundRect">
            <a:avLst>
              <a:gd name="adj" fmla="val 2927"/>
            </a:avLst>
          </a:prstGeom>
          <a:solidFill>
            <a:srgbClr val="1A1821"/>
          </a:solidFill>
          <a:ln w="8347">
            <a:solidFill>
              <a:srgbClr val="302E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84250" y="3038936"/>
            <a:ext cx="4913098" cy="31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84"/>
              </a:lnSpc>
              <a:buNone/>
            </a:pPr>
            <a:r>
              <a:rPr lang="en-US" sz="1650" b="1" kern="0" spc="165" dirty="0">
                <a:solidFill>
                  <a:srgbClr val="E6B8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2384250" y="3539904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payments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2384250" y="4103737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renewal reminders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2384250" y="4667571"/>
            <a:ext cx="4913098" cy="41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4"/>
              </a:lnSpc>
              <a:buNone/>
            </a:pPr>
            <a:r>
              <a:rPr lang="en-US" sz="2100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 mobile app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E4B8F-380E-EEF7-DEE7-F87234B1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28215BB-22B7-A946-6D6A-0D6CDE068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7872" cy="10286993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05140ED-A95C-1F33-EC39-0EECB853FA54}"/>
              </a:ext>
            </a:extLst>
          </p:cNvPr>
          <p:cNvSpPr/>
          <p:nvPr/>
        </p:nvSpPr>
        <p:spPr>
          <a:xfrm>
            <a:off x="152338" y="152338"/>
            <a:ext cx="17983197" cy="9982317"/>
          </a:xfrm>
          <a:prstGeom prst="roundRect">
            <a:avLst>
              <a:gd name="adj" fmla="val 286"/>
            </a:avLst>
          </a:prstGeom>
          <a:ln w="16695">
            <a:solidFill>
              <a:srgbClr val="8F80FF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F7013F2-240F-AA10-0E7A-EA0FBC191E2D}"/>
              </a:ext>
            </a:extLst>
          </p:cNvPr>
          <p:cNvSpPr/>
          <p:nvPr/>
        </p:nvSpPr>
        <p:spPr>
          <a:xfrm>
            <a:off x="1066758" y="1066758"/>
            <a:ext cx="17769793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b="1" kern="0" spc="144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DEMONSTRATION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EDC330D-F745-2CDA-A378-45A20FBED65F}"/>
              </a:ext>
            </a:extLst>
          </p:cNvPr>
          <p:cNvSpPr/>
          <p:nvPr/>
        </p:nvSpPr>
        <p:spPr>
          <a:xfrm>
            <a:off x="1066758" y="1535249"/>
            <a:ext cx="15716176" cy="638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40"/>
              </a:lnSpc>
              <a:buNone/>
            </a:pPr>
            <a:r>
              <a:rPr lang="en-US" sz="4500" b="1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Live demo</a:t>
            </a:r>
            <a:endParaRPr lang="en-US" sz="4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046EAB2-2DD4-B45C-C038-BF09E200F357}"/>
              </a:ext>
            </a:extLst>
          </p:cNvPr>
          <p:cNvSpPr/>
          <p:nvPr/>
        </p:nvSpPr>
        <p:spPr>
          <a:xfrm>
            <a:off x="841137" y="2609181"/>
            <a:ext cx="16605599" cy="6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99395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7872" cy="102869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338" y="152338"/>
            <a:ext cx="17983197" cy="9982317"/>
          </a:xfrm>
          <a:prstGeom prst="roundRect">
            <a:avLst>
              <a:gd name="adj" fmla="val 286"/>
            </a:avLst>
          </a:prstGeom>
          <a:ln w="16695">
            <a:solidFill>
              <a:srgbClr val="8F80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66758" y="3713632"/>
            <a:ext cx="17769793" cy="3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12"/>
              </a:lnSpc>
              <a:buNone/>
            </a:pPr>
            <a:r>
              <a:rPr lang="en-US" sz="1800" b="1" kern="0" spc="144" dirty="0">
                <a:solidFill>
                  <a:srgbClr val="CF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VIVA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66758" y="4239250"/>
            <a:ext cx="17769793" cy="1395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698"/>
              </a:lnSpc>
              <a:buNone/>
            </a:pPr>
            <a:r>
              <a:rPr lang="en-US" sz="11250" b="1" dirty="0">
                <a:solidFill>
                  <a:srgbClr val="F3F0E7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Thank You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1066758" y="6205950"/>
            <a:ext cx="2677276" cy="4053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Aryan Baswapur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033959" y="6205950"/>
            <a:ext cx="2163801" cy="4053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D8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No. 3007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34364" y="6205950"/>
            <a:ext cx="2296366" cy="4053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D8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BIC-Tigers-29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393</Words>
  <Application>Microsoft Office PowerPoint</Application>
  <PresentationFormat>Custom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Archivo Black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Baswapur</cp:lastModifiedBy>
  <cp:revision>1</cp:revision>
  <dcterms:created xsi:type="dcterms:W3CDTF">2026-10-08T03:36:05Z</dcterms:created>
  <dcterms:modified xsi:type="dcterms:W3CDTF">2026-10-08T04:14:54Z</dcterms:modified>
</cp:coreProperties>
</file>